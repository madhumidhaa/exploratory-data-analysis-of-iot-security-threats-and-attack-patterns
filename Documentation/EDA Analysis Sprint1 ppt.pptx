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SECURITY THREATS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of IoT Security Threats and Attack Patterns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Analysis Project  |  RT-IOT2022 Dataset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8046720" cy="1554480"/>
          </a:xfrm>
          <a:prstGeom prst="roundRect">
            <a:avLst>
              <a:gd name="adj" fmla="val 4706"/>
            </a:avLst>
          </a:prstGeom>
          <a:solidFill>
            <a:srgbClr val="12304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Cybersecurity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47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3547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Madhumidhaa A 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867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39867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AF05308674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547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Code: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547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ANP-D7444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188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industry: Internet of Things cybersecurity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774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377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devices continuously generate network traffic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5661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566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features per record in the dataset studied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1097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industry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14173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links devices such as sensors, smart bulbs and MQTT-based systems over TCP/UDP networks.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growth in connected devices has raised the importance of network security.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traffic volumes make manual spotting of abnormal behavior difficult.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063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analysis matters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383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which attacks dominate and which protocols they use.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traffic logs into insights for threat detection.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base for ML-based attack classification.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24328" cy="33832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traffic mixes many devices, protocols and services. Malicious activity shows different behavioral patterns, so threat analysis is hard, and raw traffic data needs systematic cleaning and exploration first.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4408" y="1097280"/>
            <a:ext cx="2624328" cy="33832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attacks (DoS floods, ARP poisoning, scans, brute force) can disrupt devices and networks. Data-driven understanding of attack patterns supports better defense.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71616" y="1097280"/>
            <a:ext cx="2624328" cy="33832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54496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and security teams, IoT device owners and manufacturers, and organizations relying on connected infrastructure.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52144"/>
            <a:ext cx="393192" cy="39319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5214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0515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structure and quality of the RT-IOT2022 dataset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856232"/>
            <a:ext cx="393192" cy="39319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85623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7556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duplicates and inconsistent categorical values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459736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560320"/>
            <a:ext cx="393192" cy="39319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560320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45973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attack type, protocol and service distributions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163824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264408"/>
            <a:ext cx="393192" cy="39319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26440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16382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flow duration, packet behavior and outliers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86791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968496"/>
            <a:ext cx="393192" cy="39319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968496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679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correlations between network traffic features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&amp; Analysis Questions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Python (Pandas, NumPy, Matplotlib, Seaborn in Jupyter) to clean the traffic data, explore it statistically and visualize patterns. Workflow: load → inspect → clean → EDA → visualize → interpret. The cleaned dataset prepares the ground for feature engineering and classification in Sprint 2.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questions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81728" y="14630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146304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attack types are most common?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2075688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81728" y="207568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207568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network protocols dominate the traffic?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688336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81728" y="268833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68833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flow duration distributed, and are there outliers?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3300984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81728" y="330098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330098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attack types appear on which protocols?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913632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81728" y="39136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391363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traffic features are strongly correlated?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Information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155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123,367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642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(raw)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05156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1155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6642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(raw)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105156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11155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6642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331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5176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RT-IOT2022 (uncleaned practice copy: RT_IOT2022_uncleaned_practice.csv)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public RT-IOT2022 IoT network traffic dataset (UCI repository)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is one network traffic observation with protocol, service, packet, flow, rate and attack-category fields.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1051560"/>
            <a:ext cx="2743200" cy="3520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features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55448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flow_duration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fwd_pkts_tot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bwd_pkts_tot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flow_pkts_per_sec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payload_bytes_per_second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down_up_ratio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Attack_type (target label)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Understanding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4" name="Image 0" descr="img/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876" y="1005840"/>
            <a:ext cx="2542088" cy="2423160"/>
          </a:xfrm>
          <a:prstGeom prst="rect">
            <a:avLst/>
          </a:prstGeom>
        </p:spPr>
      </p:pic>
      <p:pic>
        <p:nvPicPr>
          <p:cNvPr id="5" name="Image 1" descr="img/s7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604" y="3520440"/>
            <a:ext cx="2448633" cy="10515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394960" y="105156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Collected: RT-IOT2022 CSV loaded with pd.read_csv()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123,367 rows × 85 columns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Dtypes: 57 float64, 25 int64, 3 text (proto, service, Attack_type)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3,085 values in 5 columns (617 each); 3,055 rows affected (~0.5%)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236 exact duplicate rows found at first check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8 proto values, 20 services, 37 attack labels (case variants)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Transformation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4" name="Image 0" descr="img/s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97193"/>
            <a:ext cx="4754880" cy="29834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03520" y="105156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numeric filled with median; text filled with "Unknown" → 0 missing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drop_duplicates() removed 236, then 7 more after standardizing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text: strip() and lower() on proto, service, attack type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types: flow_duration converted with pd.to_numeric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names: stripped, lowercased, spaces → underscores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redundant index column "unnamed:_0"; 5,036 further duplicates removed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118,088 rows × 84 columns, 0 missing, 0 duplicates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(EDA)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4" name="Image 0" descr="img/s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40655"/>
            <a:ext cx="4480560" cy="196500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shown before the final de-duplication step.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methods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371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(value_counts, crosstab, describe, corr, IQR) · NumPy · Matplotlib · Seaborn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23774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labels shrank from 37 raw variants to 13 categories after standardizing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dos_syn_hping is the top attack type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check flagged 19,071 potential flow_duration outliers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flow_duration: median ≈ 0.000004 s vs max ≈ 21,728 s, so it is very skewed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negative values in flow_duration or fwd_pkts_tot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img/c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15491"/>
            <a:ext cx="1600200" cy="7865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48840" y="969264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Attack Type Distribution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find dominant threats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Records per attack type (bar)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dos_syn_hping = 89,728 records (~76%)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17720" y="91440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8" name="Image 1" descr="img/c8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035231"/>
            <a:ext cx="1600200" cy="94705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0" y="969264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Protocol Distribution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see protocol usage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Records per protocol (bar)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TCP leads with 105,741 (~89.5%), then UDP, ICMP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65760" y="2212848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mage 2" descr="img/c8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333679"/>
            <a:ext cx="1600200" cy="94705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148840" y="2267712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Flow Duration Histogram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see typical flow length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Frequency of flow durations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Almost all flows are very short; long tail to ~21,728 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617720" y="2212848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4" name="Image 3" descr="img/c8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496965"/>
            <a:ext cx="1600200" cy="62048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00800" y="2267712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Flow Duration Boxplot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spot outliers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Spread and extreme values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Extreme high values; 19,071 IQR outliers flagged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65760" y="3511296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7" name="Image 4" descr="img/c9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642225"/>
            <a:ext cx="1600200" cy="92686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148840" y="3566160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Attack vs Protocol Heatmap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link attacks with protocols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Record counts, protocol x attack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dos_syn_hping is concentrated on TCP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4617720" y="3511296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0" name="Image 5" descr="img/c9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976" y="3584448"/>
            <a:ext cx="1417992" cy="104241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400800" y="3566160"/>
            <a:ext cx="23042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Correlation Heatmap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find related features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Correlation of 6 traffic features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Packet rate vs payload rate r = 0.98; duration vs fwd pkts 0.73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attack dominates: dos_syn_hping is ~76% of 118,088 cleaned records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carries ~89.5% of traffic (105,741 records)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duration is highly skewed, with 19,071 IQR outliers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rate and payload rate move together (r = 0.98)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packets track flow duration (r = 0.73)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9319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class imbalance (rebalancing) before modelling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log scaling to skewed duration features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one of the 0.98-correlated rate features to cut redundancy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flagged outliers before removing them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monitoring on TCP SYN flood patterns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2304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123,367 raw records into 118,088 × 84 with no missing values or duplicates, then completed EDA and visualization.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2304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findings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7276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SYN flood dominates (~76%), TCP is ~89.5% of traffic, durations are skewed and rate features are highly correlated.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2304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helps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558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where threats concentrate and which features carry similar information, guiding detection effort.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2304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558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and selection, attack classification, anomaly detection, class-imbalance handling, model comparison.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2026-10-08T04:42:54Z</dcterms:created>
  <dcterms:modified xsi:type="dcterms:W3CDTF">2026-10-08T04:42:54Z</dcterms:modified>
</cp:coreProperties>
</file>